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097280"/>
            <a:ext cx="2560320" cy="25603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3108960"/>
            <a:ext cx="1645920" cy="16459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Прокат спортивного инвентаря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Курсовая работа, тема 48. Сайт на Java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Боровков М.С.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чего этот сайт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1005840" cy="6400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270662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прокате легко запутаться, что свободно, а что уже выдано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Записи в тетради теряются, а в таблицах неудобно искать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Решил сделать сайт, где у каждого свой учёт инвентаря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1005840" cy="6400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и вход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инвентаря: название, вид, цена за час и статус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и удаление записей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 по виду инвентаря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видит только свои записи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использовал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1005840" cy="6400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— язык программирования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Встроенный HTTP-сервер Java — на нём работает сайт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хранятся в базе данных H2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и CSS — внешний вид страниц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Ничего ставить не нужно, достаточно JDK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Страницы сайта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1005840" cy="6400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47548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инвентаря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инвентаря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инвентаря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53328" y="1481328"/>
            <a:ext cx="5541264" cy="2180404"/>
          </a:xfrm>
          <a:prstGeom prst="roundRect">
            <a:avLst>
              <a:gd name="adj" fmla="val 33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0000"/>
              </a:srgbClr>
            </a:outerShdw>
          </a:effectLst>
        </p:spPr>
      </p:sp>
      <p:pic>
        <p:nvPicPr>
          <p:cNvPr id="8" name="Image 0" descr="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554480"/>
            <a:ext cx="5394960" cy="20341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53328" y="3835468"/>
            <a:ext cx="5541264" cy="2252337"/>
          </a:xfrm>
          <a:prstGeom prst="roundRect">
            <a:avLst>
              <a:gd name="adj" fmla="val 32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0000"/>
              </a:srgbClr>
            </a:outerShdw>
          </a:effectLst>
        </p:spPr>
      </p:sp>
      <p:pic>
        <p:nvPicPr>
          <p:cNvPr id="10" name="Image 1" descr="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908620"/>
            <a:ext cx="5394960" cy="2106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хранятся данные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1005840" cy="6400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2648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rental_items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126480" y="22860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item_type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price_per_hour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одного пользователя может быть много предметов. Пароль хранится в виде хеша, а не открытым текстом.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инвентаря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1005840" cy="6400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664208"/>
            <a:ext cx="6547104" cy="3052741"/>
          </a:xfrm>
          <a:prstGeom prst="roundRect">
            <a:avLst>
              <a:gd name="adj" fmla="val 23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6400800" cy="290643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645920"/>
            <a:ext cx="4114800" cy="3273552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1920240"/>
            <a:ext cx="3566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Видно название, вид, цену за час и статус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свободен, в прокате или на ремонте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Любую запись можно изменить или удалить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Вверху выбирается вид инвентаря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 и форма добавления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1005840" cy="6400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664208"/>
            <a:ext cx="5358384" cy="1818030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5212080" cy="16717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27648" y="1664208"/>
            <a:ext cx="5358384" cy="2370125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0000"/>
              </a:srgbClr>
            </a:outerShdw>
          </a:effectLst>
        </p:spPr>
      </p:sp>
      <p:pic>
        <p:nvPicPr>
          <p:cNvPr id="8" name="Image 1" descr="a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212080" cy="22238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4206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Выбрал «Лыжи» — остались только лыжи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0" y="4206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форме четыре поля: название, вид, цена и статус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работы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1005840" cy="6400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Пароли хранятся в виде хеша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Всё, что вводит человек, экранируется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Чужие записи недоступны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Название, вид, цену и статус проверяет сервер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Запустил 46 проверок, все прошли успешно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1005840" cy="64008"/>
          </a:xfrm>
          <a:prstGeom prst="rect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270662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работает, все 5 страниц готовы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пользователей защищены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будущем можно добавить учёт времени выдачи и оплату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2026-10-26T09:46:26Z</dcterms:created>
  <dcterms:modified xsi:type="dcterms:W3CDTF">2026-10-26T09:46:26Z</dcterms:modified>
</cp:coreProperties>
</file>