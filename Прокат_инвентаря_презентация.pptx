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0"/>
            <a:ext cx="3685032" cy="6858000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52560" y="1097280"/>
            <a:ext cx="2560320" cy="2560320"/>
          </a:xfrm>
          <a:prstGeom prst="ellipse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75520" y="3108960"/>
            <a:ext cx="1645920" cy="1645920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2024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Прокат спортивного инвентаря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840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FD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Курсовая работа, тема 48. Сайт на Java и Spring Boot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760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FD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Боровков М.С.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657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чего этот сайт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207008"/>
            <a:ext cx="1005840" cy="64008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11064240" cy="2706624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прокате легко запутаться, что свободно, а что уже выдано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Записи в тетради теряются, а в таблицах неудобно искать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Решил сделать сайт, где у каждого свой учёт инвентаря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657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Задание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207008"/>
            <a:ext cx="1005840" cy="64008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1106424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Регистрация и вход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Добавление инвентаря: название, вид, цена за час и статус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Изменение и удаление записей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Фильтр по виду инвентаря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видит только свои записи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657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использовал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207008"/>
            <a:ext cx="1005840" cy="64008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1106424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— язык программирования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Boot — на нём работает сайт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хранятся в базе H2 (Spring Data JPA)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и CSS — внешний вид страниц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Достаточно JDK и Maven, сервер ставить не нужно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657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Страницы сайта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207008"/>
            <a:ext cx="1005840" cy="64008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475488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82880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Регистрация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Список инвентаря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Добавление инвентаря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Изменение инвентаря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053328" y="1481328"/>
            <a:ext cx="5541264" cy="2180404"/>
          </a:xfrm>
          <a:prstGeom prst="roundRect">
            <a:avLst>
              <a:gd name="adj" fmla="val 335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30000"/>
              </a:srgbClr>
            </a:outerShdw>
          </a:effectLst>
        </p:spPr>
      </p:sp>
      <p:pic>
        <p:nvPicPr>
          <p:cNvPr id="8" name="Image 0" descr="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554480"/>
            <a:ext cx="5394960" cy="20341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053328" y="3835468"/>
            <a:ext cx="5541264" cy="2252337"/>
          </a:xfrm>
          <a:prstGeom prst="roundRect">
            <a:avLst>
              <a:gd name="adj" fmla="val 32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30000"/>
              </a:srgbClr>
            </a:outerShdw>
          </a:effectLst>
        </p:spPr>
      </p:sp>
      <p:pic>
        <p:nvPicPr>
          <p:cNvPr id="10" name="Image 1" descr="regis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3908620"/>
            <a:ext cx="5394960" cy="210603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657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хранятся данные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207008"/>
            <a:ext cx="1005840" cy="64008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459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5029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126480" y="16459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rental_items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126480" y="2286000"/>
            <a:ext cx="5029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user_id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item_type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price_per_hour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14400" y="54864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одного пользователя может быть много предметов. Пароль хранится в виде хеша, а не открытым текстом.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657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Список инвентаря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207008"/>
            <a:ext cx="1005840" cy="64008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5528" y="1664208"/>
            <a:ext cx="6547104" cy="3052741"/>
          </a:xfrm>
          <a:prstGeom prst="roundRect">
            <a:avLst>
              <a:gd name="adj" fmla="val 239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30000"/>
              </a:srgbClr>
            </a:outerShdw>
          </a:effectLst>
        </p:spPr>
      </p:sp>
      <p:pic>
        <p:nvPicPr>
          <p:cNvPr id="6" name="Image 0" descr="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6400800" cy="290643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589520" y="1645920"/>
            <a:ext cx="4114800" cy="3273552"/>
          </a:xfrm>
          <a:prstGeom prst="roundRect">
            <a:avLst>
              <a:gd name="adj" fmla="val 3352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863840" y="1920240"/>
            <a:ext cx="3566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1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Видно название, вид, цену за час и статус</a:t>
            </a:r>
            <a:endParaRPr lang="en-US" sz="19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1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Статус: свободен, в прокате или на ремонте</a:t>
            </a:r>
            <a:endParaRPr lang="en-US" sz="19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1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Любую запись можно изменить или удалить</a:t>
            </a:r>
            <a:endParaRPr lang="en-US" sz="19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1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Вверху выбирается вид инвентаря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657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Фильтр и форма добавления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207008"/>
            <a:ext cx="1005840" cy="64008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5528" y="1664208"/>
            <a:ext cx="5358384" cy="1818030"/>
          </a:xfrm>
          <a:prstGeom prst="roundRect">
            <a:avLst>
              <a:gd name="adj" fmla="val 402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30000"/>
              </a:srgbClr>
            </a:outerShdw>
          </a:effectLst>
        </p:spPr>
      </p:sp>
      <p:pic>
        <p:nvPicPr>
          <p:cNvPr id="6" name="Image 0" descr="fil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5212080" cy="167172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327648" y="1664208"/>
            <a:ext cx="5358384" cy="2370125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30000"/>
              </a:srgbClr>
            </a:outerShdw>
          </a:effectLst>
        </p:spPr>
      </p:sp>
      <p:pic>
        <p:nvPicPr>
          <p:cNvPr id="8" name="Image 1" descr="ad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212080" cy="222382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420624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Выбрал «Лыжи» — остались только лыжи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6400800" y="420624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форме четыре поля: название, вид, цена и статус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657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работы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207008"/>
            <a:ext cx="1005840" cy="64008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1106424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Пароли хранятся в виде хеша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Всё, что вводит человек, экранируется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Чужие записи недоступны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Название, вид, цену и статус проверяет сервер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Запустил 46 проверок, все прошли успешно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657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207008"/>
            <a:ext cx="1005840" cy="64008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11064240" cy="2706624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Сайт работает, все 5 страниц готовы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пользователей защищены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будущем можно добавить учёт времени выдачи и оплату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5212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 за внимание!</a:t>
            </a: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2026-10-26T09:46:26Z</dcterms:created>
  <dcterms:modified xsi:type="dcterms:W3CDTF">2026-10-26T09:46:26Z</dcterms:modified>
</cp:coreProperties>
</file>