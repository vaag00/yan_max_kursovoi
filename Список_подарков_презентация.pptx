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ED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КУРСОВАЯ РАБОТА · ТЕМА 24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Список подарков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EDD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Веб-приложение на Java и Spring Boot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Сихвонен Я.А.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чего этот сайт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Идеи подарков приходят заранее, а к празднику всё забывается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Заметки в телефоне теряются и перемешиваются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Решил сделать сайт, где у каждого свой список подарков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Задание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 и вход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Добавление подарка: название, получатель, повод и цена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Изменение, удаление и отметка «Куплен»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48056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Фильтр по поводу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534924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Каждый видит только свои записи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использовал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— язык программирования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— на нём работает сайт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хранятся в базе H2 (Spring Data JPA)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48056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Thymeleaf, HTML и CSS — страницы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534924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Достаточно JDK и Maven, сервер ставить не нужно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Страницы сайта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Список подарков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4805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Добавление подарка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5349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Изменение подарка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071616" y="1728216"/>
            <a:ext cx="5504688" cy="2143828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22" name="Image 0" descr="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783080"/>
            <a:ext cx="5394960" cy="20341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071616" y="4036636"/>
            <a:ext cx="5504688" cy="2215761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24" name="Image 1" descr="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091500"/>
            <a:ext cx="5394960" cy="2106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Где хранятся данные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C2D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C2D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gifts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0" y="228600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occasion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00" dirty="0">
                <a:solidFill>
                  <a:srgbClr val="292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is_bought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87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 одного пользователя может быть много подарков. Пароль хранится в виде хеша, а не открытым текстом.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Список подарков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76656" y="1773936"/>
            <a:ext cx="6053328" cy="3226816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7" name="Image 0" descr="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943600" cy="31170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49440" y="18288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26680" y="17830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Видно подарок, получателя, повод и цену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949440" y="29260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494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726680" y="28803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Кнопкой «Отметить» подарок помечается купленным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949440" y="40233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26680" y="39776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Любую запись можно изменить или удалить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949440" y="51206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26680" y="50749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Вверху выбирается повод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Фильтр и форма добавления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13816" y="1682496"/>
            <a:ext cx="5321808" cy="1993798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7" name="Image 0" descr="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37360"/>
            <a:ext cx="5212080" cy="188407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45936" y="1682496"/>
            <a:ext cx="5321808" cy="2460955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pic>
        <p:nvPicPr>
          <p:cNvPr id="9" name="Image 1" descr="a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212080" cy="23512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4206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Выбрал «День рождения» — остались только такие подарки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00800" y="42062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8716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форме поля: подарок, получатель, повод и цена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Проверка работы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Пароли хранятся в виде хеша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Всё, что вводит человек, экранируется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Чужие записи недоступны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48056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Название, получателя, повод и цену проверяет сервер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534924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Запустил 50 проверок, все прошли успешно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332720" y="2743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DBA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Сайт работает, все 5 страниц готовы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пользователей защищены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61188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925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 будущем можно добавить напоминания о праздниках и общую сумму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Спасибо за внимание!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2026-10-26T09:50:48Z</dcterms:created>
  <dcterms:modified xsi:type="dcterms:W3CDTF">2026-10-26T09:50:48Z</dcterms:modified>
</cp:coreProperties>
</file>