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5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480560"/>
            <a:ext cx="12188952" cy="237744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097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EDD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КУРСОВАЯ РАБОТА · ТЕМА 24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Список подарков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EDD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Веб-приложение на Java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52120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Сихвонен Я.А.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417320"/>
            <a:ext cx="12188952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200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Для чего этот сайт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0332720" y="2743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FDBA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187452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Идеи подарков приходят заранее, а к празднику всё забывается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508760" y="274320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Заметки в телефоне теряются и перемешиваются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08760" y="361188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Решил сделать сайт, где у каждого свой список подарков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417320"/>
            <a:ext cx="12188952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200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Задание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0332720" y="2743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FDBA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187452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Регистрация и вход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508760" y="274320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Добавление подарка: название, получатель, повод и цена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08760" y="361188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Изменение, удаление и отметка «Куплен»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31520" y="452628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48056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Фильтр по поводу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534924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Каждый видит только свои записи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417320"/>
            <a:ext cx="12188952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200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Что использовал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0332720" y="2743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FDBA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187452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 — язык программирования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508760" y="274320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Встроенный HTTP-сервер Java — на нём работает сайт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08760" y="361188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Данные хранятся в базе данных H2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31520" y="452628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48056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 и CSS — внешний вид страниц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534924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Ничего ставить не нужно, достаточно JDK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417320"/>
            <a:ext cx="12188952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200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Страницы сайта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0332720" y="2743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FDBA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187452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Регистрация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508760" y="274320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Вход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08760" y="361188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Список подарков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31520" y="452628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48056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Добавление подарка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534924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Изменение подарка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071616" y="1728216"/>
            <a:ext cx="5504688" cy="2143828"/>
          </a:xfrm>
          <a:prstGeom prst="rect">
            <a:avLst/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</p:sp>
      <p:pic>
        <p:nvPicPr>
          <p:cNvPr id="22" name="Image 0" descr="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783080"/>
            <a:ext cx="5394960" cy="203410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6071616" y="4036636"/>
            <a:ext cx="5504688" cy="2215761"/>
          </a:xfrm>
          <a:prstGeom prst="rect">
            <a:avLst/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</p:sp>
      <p:pic>
        <p:nvPicPr>
          <p:cNvPr id="24" name="Image 1" descr="regis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4091500"/>
            <a:ext cx="5394960" cy="210603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417320"/>
            <a:ext cx="12188952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200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Где хранятся данные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0332720" y="2743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FDBA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914400" y="16459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7C2D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228600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126480" y="16459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7C2D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gifts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126480" y="228600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user_id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recipient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occasion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925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is_bought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54864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871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У одного пользователя может быть много подарков. Пароль хранится в виде хеша, а не открытым текстом.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417320"/>
            <a:ext cx="12188952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200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Список подарков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0332720" y="2743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FDBA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676656" y="1773936"/>
            <a:ext cx="6053328" cy="3226816"/>
          </a:xfrm>
          <a:prstGeom prst="rect">
            <a:avLst/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</p:sp>
      <p:pic>
        <p:nvPicPr>
          <p:cNvPr id="7" name="Image 0" descr="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5943600" cy="311708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949440" y="182880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726680" y="1783080"/>
            <a:ext cx="3977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Видно подарок, получателя, повод и цену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949440" y="292608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494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726680" y="2880360"/>
            <a:ext cx="3977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Кнопкой «Отметить» подарок помечается купленным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949440" y="402336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4944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726680" y="3977640"/>
            <a:ext cx="3977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Любую запись можно изменить или удалить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949440" y="512064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5120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726680" y="5074920"/>
            <a:ext cx="3977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Вверху выбирается повод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417320"/>
            <a:ext cx="12188952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200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Фильтр и форма добавления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0332720" y="2743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FDBA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813816" y="1682496"/>
            <a:ext cx="5321808" cy="1993798"/>
          </a:xfrm>
          <a:prstGeom prst="rect">
            <a:avLst/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</p:sp>
      <p:pic>
        <p:nvPicPr>
          <p:cNvPr id="7" name="Image 0" descr="fil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5212080" cy="188407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45936" y="1682496"/>
            <a:ext cx="5321808" cy="2460955"/>
          </a:xfrm>
          <a:prstGeom prst="rect">
            <a:avLst/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</p:sp>
      <p:pic>
        <p:nvPicPr>
          <p:cNvPr id="9" name="Image 1" descr="ad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212080" cy="235122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4206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7871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Выбрал «День рождения» — остались только такие подарки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6400800" y="4206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78716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 форме поля: подарок, получатель, повод и цена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417320"/>
            <a:ext cx="12188952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200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Проверка работы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0332720" y="2743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FDBA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09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187452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Пароли хранятся в виде хеша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508760" y="274320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Всё, что вводит человек, экранируется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08760" y="361188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Чужие записи недоступны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31520" y="452628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526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48056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Название, получателя, повод и цену проверяет сервер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534924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Запустил 50 проверок, все прошли успешно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417320"/>
            <a:ext cx="12188952" cy="731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3200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Итоги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0332720" y="2743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FDBA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187452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Сайт работает, все 5 страниц готовы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508760" y="274320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Данные пользователей защищены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08760" y="3611880"/>
            <a:ext cx="9921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925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 будущем можно добавить напоминания о праздниках и общую сумму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22960" y="5212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58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Спасибо за внимание!</a:t>
            </a:r>
            <a:endParaRPr lang="en-US" sz="3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2026-10-26T09:50:48Z</dcterms:created>
  <dcterms:modified xsi:type="dcterms:W3CDTF">2026-10-26T09:50:48Z</dcterms:modified>
</cp:coreProperties>
</file>