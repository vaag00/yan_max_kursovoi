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5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12188952" cy="237744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EDD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КУРСОВАЯ РАБОТА · ТЕМА 24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Список подарков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EDD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Веб-приложение на Java и Spring Boot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Сихвонен Я.А.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Для чего этот сайт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Идеи подарков приходят заранее, а к празднику всё забывается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Заметки в телефоне теряются и перемешиваются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Решил сделать сайт, где у каждого свой список подарков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Задание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Регистрация и вход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Добавление подарка: название, получатель, повод и цена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Изменение, удаление и отметка «Куплен»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48056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Фильтр по поводу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534924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Каждый видит только свои записи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Что использовал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 — язык программирования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Spring Boot — на нём работает сайт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Данные хранятся в базе H2 (Spring Data JPA)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48056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 и CSS — внешний вид страниц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534924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Достаточно JDK и Maven, сервер ставить не нужно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Страницы сайта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Регистрация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Вход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Список подарков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4805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Добавление подарка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534924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Изменение подарка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071616" y="1728216"/>
            <a:ext cx="5504688" cy="2143828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22" name="Image 0" descr="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783080"/>
            <a:ext cx="5394960" cy="203410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071616" y="4036636"/>
            <a:ext cx="5504688" cy="2215761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24" name="Image 1" descr="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4091500"/>
            <a:ext cx="5394960" cy="21060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Где хранятся данные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C2D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26480" y="1645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C2D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gifts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12648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recipient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occasion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is_bought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5486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871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У одного пользователя может быть много подарков. Пароль хранится в виде хеша, а не открытым текстом.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Список подарков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76656" y="1773936"/>
            <a:ext cx="6053328" cy="3226816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7" name="Image 0" descr="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5943600" cy="31170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949440" y="18288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726680" y="178308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Видно подарок, получателя, повод и цену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949440" y="29260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726680" y="288036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Кнопкой «Отметить» подарок помечается купленным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949440" y="40233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726680" y="397764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Любую запись можно изменить или удалить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949440" y="51206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726680" y="507492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Вверху выбирается повод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Фильтр и форма добавления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813816" y="1682496"/>
            <a:ext cx="5321808" cy="1993798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7" name="Image 0" descr="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5212080" cy="188407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45936" y="1682496"/>
            <a:ext cx="5321808" cy="2460955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9" name="Image 1" descr="ad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212080" cy="23512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4206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7871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Выбрал «День рождения» — остались только такие подарки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00800" y="4206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7871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 форме поля: подарок, получатель, повод и цена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Проверка работы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Пароли хранятся в виде хеша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Всё, что вводит человек, экранируется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Чужие записи недоступны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48056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Название, получателя, повод и цену проверяет сервер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534924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Запустил 50 проверок, все прошли успешно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Итоги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Сайт работает, все 5 страниц готовы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Данные пользователей защищены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 будущем можно добавить напоминания о праздниках и общую сумму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5212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Спасибо за внимание!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2026-10-26T09:50:48Z</dcterms:created>
  <dcterms:modified xsi:type="dcterms:W3CDTF">2026-10-26T09:50:48Z</dcterms:modified>
</cp:coreProperties>
</file>